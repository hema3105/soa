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96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5C3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2702"/>
            <a:ext cx="3291840" cy="3291840"/>
          </a:xfrm>
          <a:prstGeom prst="ellipse">
            <a:avLst/>
          </a:prstGeom>
          <a:solidFill>
            <a:srgbClr val="2C5C3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011680" cy="2011680"/>
          </a:xfrm>
          <a:prstGeom prst="ellipse">
            <a:avLst/>
          </a:prstGeom>
          <a:solidFill>
            <a:srgbClr val="D97B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 –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AI-POWERED SMART EXHIBITION MANAGEMENT SYSTEM WITH AGENTIC EVENT ASSISTANT</a:t>
            </a:r>
            <a:endParaRPr lang="en-US" sz="2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2011680" cy="0"/>
          </a:xfrm>
          <a:prstGeom prst="line">
            <a:avLst/>
          </a:prstGeom>
          <a:noFill/>
          <a:ln w="25400">
            <a:solidFill>
              <a:srgbClr val="D97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5053149"/>
            <a:ext cx="3031864" cy="908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G.V.S Hasini-2420030735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G.Hemalatha-2420030703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review focuses on three areas.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5EF"/>
          </a:solidFill>
          <a:ln/>
          <a:effectLst>
            <a:outerShdw blurRad="76200" dist="25400" dir="5400000" algn="bl" rotWithShape="0">
              <a:srgbClr val="80808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microservices layout, and how components connect end to end.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5EF"/>
          </a:solidFill>
          <a:ln/>
          <a:effectLst>
            <a:outerShdw blurRad="76200" dist="25400" dir="5400000" algn="bl" rotWithShape="0">
              <a:srgbClr val="80808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468880"/>
            <a:ext cx="685800" cy="685800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Adopted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39319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approach, service-per-database pattern, security model, and AI workflow.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5EF"/>
          </a:solidFill>
          <a:ln/>
          <a:effectLst>
            <a:outerShdw blurRad="76200" dist="25400" dir="5400000" algn="bl" rotWithShape="0">
              <a:srgbClr val="80808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2468880"/>
            <a:ext cx="685800" cy="685800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3383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Soundness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9640" y="39319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choices, scalability, resilience, and current implementation status.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 – 2  |  Smart Food Donation &amp; Redistribution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3F5E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F4B33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1945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 – 2  |  Smart Food Donation &amp; Redistribution Platform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612475" y="2026176"/>
            <a:ext cx="5495027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Exhibition information is often scattered across different platforms, making it difficult for visitors to find the right stalls and events.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Visitors may not know which stalls or events are most relevant to their interests.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Organizers face difficulties in managing visitors, exhibitors, stalls, events, and schedules in one place.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Traditional exhibition systems mainly provide information but do not offer personalized assistance to visitors. 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336102" y="2113095"/>
            <a:ext cx="544309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Build a smart platform to manage exhibitions, stalls, exhibitors, events, and visitors in one system. 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Develop an AI-powered </a:t>
            </a:r>
            <a:r>
              <a:rPr kumimoji="0" lang="en-US" sz="140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agentic</a:t>
            </a: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 assistant to understand visitor queries and provide relevant information. 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Recommend suitable stalls, exhibitors, and events based on visitor requirements. 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Help organizers efficiently manage exhibition activities and visitor information. 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Provide a simple and interactive platform that improves the visitor experience and exhibition management.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3154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High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F4B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0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React Frontend </a:t>
            </a:r>
            <a:r>
              <a:rPr lang="en-IN" sz="14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Visitor </a:t>
            </a:r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 Organizer UI </a:t>
            </a:r>
            <a:endParaRPr lang="en-US" sz="1400" b="1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94560" y="2057400"/>
            <a:ext cx="0" cy="274320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D97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926080"/>
            <a:ext cx="0" cy="274320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977640" y="2450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2633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:8761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C5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38528" y="32004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C5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320040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28416" y="32004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C5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320040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18304" y="32004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C5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320040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08192" y="32004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C5C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320040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320040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050792"/>
            <a:ext cx="8247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94560" y="2926080"/>
            <a:ext cx="8220456" cy="0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89720" y="2377440"/>
            <a:ext cx="2450592" cy="548640"/>
          </a:xfrm>
          <a:prstGeom prst="roundRect">
            <a:avLst>
              <a:gd name="adj" fmla="val 13333"/>
            </a:avLst>
          </a:prstGeom>
          <a:solidFill>
            <a:srgbClr val="D97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 err="1">
                <a:solidFill>
                  <a:schemeClr val="bg1">
                    <a:lumMod val="95000"/>
                  </a:schemeClr>
                </a:solidFill>
              </a:rPr>
              <a:t>Agentic</a:t>
            </a:r>
            <a:r>
              <a:rPr lang="en-IN" sz="1200" b="1" dirty="0">
                <a:solidFill>
                  <a:schemeClr val="bg1">
                    <a:lumMod val="95000"/>
                  </a:schemeClr>
                </a:solidFill>
              </a:rPr>
              <a:t> AI Assistant</a:t>
            </a:r>
            <a:endParaRPr lang="en-US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415016" y="2926080"/>
            <a:ext cx="0" cy="640080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89720" y="3611880"/>
            <a:ext cx="2450592" cy="640080"/>
          </a:xfrm>
          <a:prstGeom prst="roundRect">
            <a:avLst>
              <a:gd name="adj" fmla="val 11429"/>
            </a:avLst>
          </a:prstGeom>
          <a:solidFill>
            <a:srgbClr val="3D6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368503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200" b="1" dirty="0">
                <a:solidFill>
                  <a:schemeClr val="bg1">
                    <a:lumMod val="95000"/>
                  </a:schemeClr>
                </a:solidFill>
              </a:rPr>
              <a:t>LLM / AI Service</a:t>
            </a:r>
            <a:endParaRPr lang="en-US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89720" y="39593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5113746"/>
            <a:ext cx="8247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bg1">
                    <a:lumMod val="95000"/>
                  </a:schemeClr>
                </a:solidFill>
              </a:rPr>
              <a:t>Database</a:t>
            </a:r>
            <a:endParaRPr lang="en-US" sz="11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4663440"/>
            <a:ext cx="8247888" cy="502920"/>
          </a:xfrm>
          <a:prstGeom prst="roundRect">
            <a:avLst>
              <a:gd name="adj" fmla="val 14545"/>
            </a:avLst>
          </a:prstGeom>
          <a:solidFill>
            <a:srgbClr val="F3F5EF"/>
          </a:solidFill>
          <a:ln w="12700">
            <a:solidFill>
              <a:srgbClr val="5C8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663440"/>
            <a:ext cx="8247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000" dirty="0" smtClean="0"/>
              <a:t>Database </a:t>
            </a:r>
            <a:r>
              <a:rPr lang="en-IN" sz="1000" dirty="0"/>
              <a:t>Users / </a:t>
            </a:r>
            <a:r>
              <a:rPr lang="en-IN" sz="1000" dirty="0" smtClean="0"/>
              <a:t>Exhibitions</a:t>
            </a:r>
            <a:r>
              <a:rPr lang="en-IN" sz="1000" dirty="0"/>
              <a:t> </a:t>
            </a:r>
            <a:r>
              <a:rPr lang="en-IN" sz="1000" dirty="0" smtClean="0"/>
              <a:t>Stalls </a:t>
            </a:r>
            <a:r>
              <a:rPr lang="en-IN" sz="1000" dirty="0"/>
              <a:t>/ </a:t>
            </a:r>
            <a:r>
              <a:rPr lang="en-IN" sz="1000" dirty="0" smtClean="0"/>
              <a:t>Events Exhibitors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197864" y="3977640"/>
            <a:ext cx="0" cy="667512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587752" y="3977640"/>
            <a:ext cx="0" cy="667512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977640" y="3977640"/>
            <a:ext cx="0" cy="667512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367528" y="3977640"/>
            <a:ext cx="0" cy="667512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57416" y="3977640"/>
            <a:ext cx="0" cy="667512"/>
          </a:xfrm>
          <a:prstGeom prst="line">
            <a:avLst/>
          </a:prstGeom>
          <a:noFill/>
          <a:ln w="19050">
            <a:solidFill>
              <a:srgbClr val="6B6F66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 – 2  |  Smart Food Donation &amp; Redistribution Platform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Adopted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5E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00784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249424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Architecture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761488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GB" sz="1100" dirty="0"/>
              <a:t>Each major function such as user management, exhibitions, stalls, events and exhibitors is developed as a separate service for easier development and maintenance.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463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1700784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6864" y="2249424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 smtClean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Database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26864" y="2761488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GB" sz="1100" dirty="0"/>
              <a:t>A database is used to store and manage user, exhibition, stall, event and exhibitor information in an organized way.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463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9056" y="1700784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49056" y="2249424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Agentic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AI Approach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49056" y="2899166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GB" sz="1100" dirty="0"/>
              <a:t>The AI assistant understands visitor queries, identifies the required information, retrieves relevant exhibition data and provides suitable answers or recommendations.</a:t>
            </a:r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123944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672584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API-Based Communication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4672" y="5184648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GB" sz="1100" dirty="0"/>
              <a:t>REST APIs are used for communication between the frontend, backend services and AI assistant.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5E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26864" y="4123944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864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26864" y="4672584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Natural Language </a:t>
            </a: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Processing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26864" y="5184648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FastAPI service trains a Gradient Boosting model on donation features to score urgency and recommend NGOs.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5EF"/>
          </a:solidFill>
          <a:ln/>
        </p:spPr>
      </p:sp>
      <p:sp>
        <p:nvSpPr>
          <p:cNvPr id="30" name="Shape 28"/>
          <p:cNvSpPr/>
          <p:nvPr/>
        </p:nvSpPr>
        <p:spPr>
          <a:xfrm>
            <a:off x="8449056" y="4123944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49056" y="4672584"/>
            <a:ext cx="3054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Iterative, Modular Delivery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49056" y="5184648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GB" sz="1100" dirty="0"/>
              <a:t>The system is developed module by module, tested individually, and then integrated into the complete exhibition management platform.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 – 2  |  Smart Food Donation &amp; Redistribution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SOUNDNESS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3F5E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651760" cy="502920"/>
          </a:xfrm>
          <a:prstGeom prst="rect">
            <a:avLst/>
          </a:prstGeom>
          <a:solidFill>
            <a:srgbClr val="1F4B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flipV="1">
            <a:off x="548640" y="5720845"/>
            <a:ext cx="394711" cy="45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3F5EF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463040"/>
            <a:ext cx="2651760" cy="502920"/>
          </a:xfrm>
          <a:prstGeom prst="rect">
            <a:avLst/>
          </a:prstGeom>
          <a:solidFill>
            <a:srgbClr val="2C5C3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Services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0168" y="2176272"/>
            <a:ext cx="224942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</a:t>
            </a: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</a:t>
            </a: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RESTAPIs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3F5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463040"/>
            <a:ext cx="2651760" cy="502920"/>
          </a:xfrm>
          <a:prstGeom prst="rect">
            <a:avLst/>
          </a:prstGeom>
          <a:solidFill>
            <a:srgbClr val="3D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 / </a:t>
            </a:r>
            <a:r>
              <a:rPr lang="en-IN" sz="1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Agentic</a:t>
            </a:r>
            <a:r>
              <a:rPr lang="en-IN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Assistant</a:t>
            </a:r>
            <a:endParaRPr lang="en-US" sz="1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10528" y="2176272"/>
            <a:ext cx="224942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AI GPT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err="1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 smtClean="0">
              <a:solidFill>
                <a:srgbClr val="2324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3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89720" y="1463040"/>
            <a:ext cx="2651760" cy="502920"/>
          </a:xfrm>
          <a:prstGeom prst="rect">
            <a:avLst/>
          </a:prstGeom>
          <a:solidFill>
            <a:srgbClr val="D97B4F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&amp; Tools</a:t>
            </a:r>
            <a:endParaRPr lang="en-US" sz="1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90888" y="2176272"/>
            <a:ext cx="224942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(per service)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err="1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err="1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50" dirty="0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50" dirty="0" err="1" smtClean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 – 2  |  Smart Food Donation &amp; Redistribution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664119" y="2127423"/>
            <a:ext cx="2139352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React.js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React Router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5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HTML</a:t>
            </a:r>
            <a:r>
              <a:rPr kumimoji="0" 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&amp; CSS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1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JavaScript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SOUNDNESS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Design Holds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5910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F4B33"/>
                </a:solidFill>
                <a:latin typeface="Cambria" pitchFamily="34" charset="0"/>
                <a:ea typeface="Cambria" pitchFamily="34" charset="-122"/>
              </a:rPr>
              <a:t>Modularity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GB" sz="1050" dirty="0"/>
          </a:p>
          <a:p>
            <a:r>
              <a:rPr lang="en-GB" sz="1050" dirty="0"/>
              <a:t>The system is divided into separate modules such as User, Exhibition, Stall, Event, and Exhibitor Management, making development and maintenance easier.</a:t>
            </a:r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45920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5910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9202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GB" sz="1050" dirty="0"/>
              <a:t>The system can support more exhibitions, visitors, exhibitors, stalls, and events as the platform grows.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54680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0998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4290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GB" sz="1050" dirty="0"/>
              <a:t>User authentication and authorization help protect visitor and organizer information and prevent unauthorized access.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718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F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154680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0998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Easy Integration</a:t>
            </a:r>
            <a:endParaRPr lang="en-US" sz="1300" b="1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49440" y="34290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GB" sz="1050" dirty="0"/>
              <a:t>REST APIs allow the React frontend, Spring Boot backend, database, and AI assistant to communicate with each other.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663440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60857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F4B33"/>
                </a:solidFill>
                <a:latin typeface="Cambria" pitchFamily="34" charset="0"/>
                <a:ea typeface="Cambria" pitchFamily="34" charset="-122"/>
              </a:rPr>
              <a:t>AI Assistance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9377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GB" sz="1050" dirty="0"/>
              <a:t>The </a:t>
            </a:r>
            <a:r>
              <a:rPr lang="en-GB" sz="1050" dirty="0" err="1"/>
              <a:t>Agentic</a:t>
            </a:r>
            <a:r>
              <a:rPr lang="en-GB" sz="1050" dirty="0"/>
              <a:t> AI Assistant can understand visitor questions and retrieve relevant exhibition information to provide answers and recommendations.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4805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F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663440"/>
            <a:ext cx="384048" cy="384048"/>
          </a:xfrm>
          <a:prstGeom prst="ellipse">
            <a:avLst/>
          </a:prstGeom>
          <a:solidFill>
            <a:srgbClr val="1F4B33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460857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9377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lives in its own FastAPI service, decoupling ML experimentation from core business logic.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Meeting – 2  |  Smart Food Donation &amp; Redistribution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5C3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C5C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review — design, methodology, and technical implementation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complete.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25400">
            <a:solidFill>
              <a:srgbClr val="D97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726</Words>
  <Application>Microsoft Office PowerPoint</Application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hasini</cp:lastModifiedBy>
  <cp:revision>16</cp:revision>
  <dcterms:created xsi:type="dcterms:W3CDTF">2026-09-19T02:04:23Z</dcterms:created>
  <dcterms:modified xsi:type="dcterms:W3CDTF">2026-09-26T10:15:53Z</dcterms:modified>
</cp:coreProperties>
</file>